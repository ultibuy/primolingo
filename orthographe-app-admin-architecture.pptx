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6C63FF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Orthographe App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Admin &amp; Parcours Utilisateur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28800" y="3383280"/>
            <a:ext cx="182880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4747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Connect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89120" y="3383280"/>
            <a:ext cx="182880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474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Parent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949440" y="3383280"/>
            <a:ext cx="182880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4747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Enfant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d'architecture —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actuel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188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MDP visible en clair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1645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parental s'affiche dans un &lt;input type="text"&gt; — Damien peut le lire directement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060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377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non protégé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2880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route /admin est accessible sans authentification, le bouton est sur le Dashboard enfant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947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566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de séparation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28800" y="4023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distinction parent/enfant — une seule interface, un seul niveau d'accès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actuel :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1520" y="4572000"/>
            <a:ext cx="219456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localhost:3001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636008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474720" y="4572000"/>
            <a:ext cx="219456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17"/>
          <p:cNvSpPr/>
          <p:nvPr/>
        </p:nvSpPr>
        <p:spPr>
          <a:xfrm>
            <a:off x="347472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(ouvert)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636008"/>
            <a:ext cx="274320" cy="27432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217920" y="4572000"/>
            <a:ext cx="219456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19"/>
          <p:cNvSpPr/>
          <p:nvPr/>
        </p:nvSpPr>
        <p:spPr>
          <a:xfrm>
            <a:off x="621792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visible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proposée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couches séparées, 3 niveaux d'accès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Portail Web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Connect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profil enfant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463040"/>
            <a:ext cx="2560320" cy="822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Parent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0175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quiz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enfant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code PIN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Protégé par auth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463040"/>
            <a:ext cx="256032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463040"/>
            <a:ext cx="2560320" cy="82296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30175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quiz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&amp; récompenses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d'accès admin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par avatar/PIN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743200"/>
            <a:ext cx="320040" cy="32004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74320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parent configure tout depuis son espace — l'enfant n'a jamais accès à l'admin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1 — Google Connect &amp; Création de compte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28016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d'accueil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parent arrive sur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orthographe-app.fr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un lien ou QR code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514600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0" y="1097280"/>
            <a:ext cx="256032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28016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38328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connecter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avec Google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56616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Google Connect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— aucun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à créer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4600"/>
            <a:ext cx="320040" cy="3200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09360" y="1097280"/>
            <a:ext cx="256032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69480" y="128016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8" name="Text 14"/>
          <p:cNvSpPr/>
          <p:nvPr/>
        </p:nvSpPr>
        <p:spPr>
          <a:xfrm>
            <a:off x="7269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30936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Compte créé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9224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nom récupérés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vers l'espace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6C63FF">
              <a:alpha val="1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Google Connect ?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mot de passe à gérer, email vérifié, rapide pour les parents, standard OAuth 2.0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2 — Initialiser l'interface enfant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fait le parent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prénom / avatar pour l'enfant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 code PIN enfant (4 chiffres)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le nombre de questions par session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Activer/désactiver les règles d'orthographe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images mystères personnalisées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voit l'enfant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373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Bienvenue Damien !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0" y="2926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avatar, son prénom, ses règles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mot de passe, pas de paramètres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le jeu.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17720" y="1005840"/>
            <a:ext cx="0" cy="3108960"/>
          </a:xfrm>
          <a:prstGeom prst="line">
            <a:avLst/>
          </a:prstGeom>
          <a:noFill/>
          <a:ln w="19050">
            <a:solidFill>
              <a:srgbClr val="F1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389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clé 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PIN enfant sert juste à sélectionner le profil — il ne protège rien de sensible. Le parent est le seul à avoir un vrai compte authentifié.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Espace Admin Parent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uniquement après authentification Google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Paramètres Quiz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questions, règles actives, difficulté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371600"/>
            <a:ext cx="73152" cy="1371600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Statistiques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6072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Progression, scores, temps de jeu, streaks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Parental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code streak (hashé, jamais affiché en clair)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01752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832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Enfant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6072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Avatar, prénom, images mystères personnalisées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360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parental est hashé côté serveur — plus jamais affiché en clair, ni dans l'UI ni dans les fichiers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entre les espaces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6C63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028090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02C39A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6616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325880"/>
            <a:ext cx="20116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d'accueil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Connect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20116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du profil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ou Enfant ?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508760"/>
            <a:ext cx="274320" cy="2743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737360" y="246888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73736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651760"/>
            <a:ext cx="182880" cy="182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840480" y="246888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8404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Paramètres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5176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943600" y="246888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94360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Enfant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737360" y="3749040"/>
            <a:ext cx="1645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737360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931920"/>
            <a:ext cx="182880" cy="1828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3657600" y="3749040"/>
            <a:ext cx="1371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3657600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931920"/>
            <a:ext cx="182880" cy="1828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303520" y="3749040"/>
            <a:ext cx="1371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5303520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931920"/>
            <a:ext cx="182880" cy="1828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949440" y="3749040"/>
            <a:ext cx="12801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6949440" y="3749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029200" y="2057400"/>
            <a:ext cx="0" cy="41148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943600" y="2057400"/>
            <a:ext cx="0" cy="16916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12064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03504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parent peut basculer vers l'interface enfant à tout moment — l'enfant ne peut jamais accéder à l'espace parent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Enfant — Simple &amp; Sécurisé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A : Sélection Avatar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9202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3108960"/>
            <a:ext cx="822960" cy="822960"/>
          </a:xfrm>
          <a:prstGeom prst="ellipse">
            <a:avLst/>
          </a:prstGeom>
          <a:solidFill>
            <a:srgbClr val="6C63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108960"/>
            <a:ext cx="822960" cy="822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B : Code PIN enfant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2377440"/>
            <a:ext cx="457200" cy="45720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377440"/>
            <a:ext cx="457200" cy="45720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37744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37744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 ○  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simple pour les petits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 par le parent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masqué pendant la saisie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deux cas, l'enfant ne voit jamais de mot de passe ni d'interface admin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 / Après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Aujourd'hui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Proposition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parent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Connect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 à tous (/admin)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Protégé par auth parent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parental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en clair (texte)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Hashé, jamais affiché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enfant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Avatar ou PIN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mélangé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espaces séparés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MDP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Damien voit le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Rien de sensible visible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 : une app où le parent contrôle, et l'enfant joue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 ajouter Firebase Auth (Google provider) + Firestore pour les profils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créer l'écran login/inscription parent avec Google Connect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Refactorer AdminPage : la protéger derrière l'auth, hasher le code parental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l'écran de sélection enfant (avatar/PIN) comme point d'entrée du quiz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les routes : /parent/*, /play/* avec guards d'authentification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 Feedback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Orthographe App — Architecture Admin &amp; Parcours Utilisateur</dc:title>
  <dc:subject>PptxGenJS Presentation</dc:subject>
  <dc:creator>Luc Behar</dc:creator>
  <cp:lastModifiedBy>Luc Behar</cp:lastModifiedBy>
  <cp:revision>1</cp:revision>
  <dcterms:created xsi:type="dcterms:W3CDTF">2026-04-16T19:14:48Z</dcterms:created>
  <dcterms:modified xsi:type="dcterms:W3CDTF">2026-04-16T19:14:48Z</dcterms:modified>
</cp:coreProperties>
</file>